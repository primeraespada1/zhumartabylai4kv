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57" r:id="rId6"/>
    <p:sldId id="270" r:id="rId7"/>
    <p:sldId id="271" r:id="rId8"/>
    <p:sldId id="272" r:id="rId9"/>
    <p:sldId id="258" r:id="rId10"/>
    <p:sldId id="264" r:id="rId11"/>
    <p:sldId id="273" r:id="rId12"/>
    <p:sldId id="267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36811-2E6A-4D7C-E2CA-2A5EA9A7BD69}" v="1" dt="2026-04-21T08:49:05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C778A-3B52-400E-B8B8-FCF0BB0568D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CA834-C85D-4321-A26E-942F650E8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2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31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80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27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7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16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32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7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30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16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25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6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55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884"/>
            <a:ext cx="9144000" cy="6858000"/>
          </a:xfrm>
          <a:prstGeom prst="rect">
            <a:avLst/>
          </a:prstGeom>
        </p:spPr>
      </p:pic>
      <p:sp>
        <p:nvSpPr>
          <p:cNvPr id="6" name="Заголовок 5"/>
          <p:cNvSpPr txBox="1">
            <a:spLocks noGrp="1"/>
          </p:cNvSpPr>
          <p:nvPr>
            <p:ph type="ctrTitle"/>
          </p:nvPr>
        </p:nvSpPr>
        <p:spPr>
          <a:xfrm>
            <a:off x="234071" y="2651770"/>
            <a:ext cx="867585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>
                <a:solidFill>
                  <a:schemeClr val="bg1"/>
                </a:solidFill>
                <a:ea typeface="+mj-lt"/>
                <a:cs typeface="+mj-lt"/>
              </a:rPr>
              <a:t>EN Market – Онлайн дүкен</a:t>
            </a:r>
            <a:br>
              <a:rPr lang="ru-RU" sz="2800" b="1">
                <a:solidFill>
                  <a:schemeClr val="bg1"/>
                </a:solidFill>
                <a:ea typeface="+mj-lt"/>
                <a:cs typeface="+mj-lt"/>
              </a:rPr>
            </a:br>
            <a:endParaRPr lang="ru-RU" sz="28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770" y="838486"/>
            <a:ext cx="3895843" cy="88361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69697" y="3966324"/>
            <a:ext cx="620549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Студент Низамадин Ердаулет</a:t>
            </a:r>
          </a:p>
          <a:p>
            <a:pPr algn="ctr"/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Мамандығы 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Computer Science 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/ Білім беру бағдарламасы: 6В06102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3633" y="5947505"/>
            <a:ext cx="620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Алматы 2026 </a:t>
            </a:r>
          </a:p>
        </p:txBody>
      </p:sp>
    </p:spTree>
    <p:extLst>
      <p:ext uri="{BB962C8B-B14F-4D97-AF65-F5344CB8AC3E}">
        <p14:creationId xmlns:p14="http://schemas.microsoft.com/office/powerpoint/2010/main" val="399784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61911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Жобаның мақсаты</a:t>
            </a:r>
            <a:endParaRPr lang="en-US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E8847BA-C5FC-4B33-B087-1704E416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EN Market жобасының мақсаты –</a:t>
            </a:r>
            <a:br>
              <a:rPr lang="kk-KZ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 онлайн түрде тауарларды көрсету және басқару.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Пайдаланушы: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Тауарларды көре алады 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Бағасын біледі 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Ақпарат алады</a:t>
            </a:r>
            <a:endParaRPr lang="kk-KZ"/>
          </a:p>
          <a:p>
            <a:pPr marL="0" indent="0">
              <a:buNone/>
            </a:pPr>
            <a:endParaRPr lang="kk-KZ" b="1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42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61911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Жоба сипаттамасы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 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E8847BA-C5FC-4B33-B087-1704E4167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248576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kk-KZ">
                <a:ea typeface="+mn-lt"/>
                <a:cs typeface="+mn-lt"/>
              </a:rPr>
              <a:t>EN Market – бұл веб-қосымша.</a:t>
            </a:r>
            <a:br>
              <a:rPr lang="kk-KZ">
                <a:ea typeface="+mn-lt"/>
                <a:cs typeface="+mn-lt"/>
              </a:rPr>
            </a:br>
            <a:r>
              <a:rPr lang="kk-KZ">
                <a:ea typeface="+mn-lt"/>
                <a:cs typeface="+mn-lt"/>
              </a:rPr>
              <a:t> Бұл жерде: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Әртүрлі өнімдер көрсетіледі 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Мәліметтер базаға сақталады 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Сайт арқылы көрсетіледі</a:t>
            </a:r>
            <a:endParaRPr lang="kk-KZ"/>
          </a:p>
          <a:p>
            <a:pPr marL="0" indent="0">
              <a:buNone/>
            </a:pPr>
            <a:endParaRPr lang="kk-KZ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D0BC98-79F8-19C2-4F0B-796817E9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60" y="3968476"/>
            <a:ext cx="6325340" cy="289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3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91AB5B-0A5A-C3CE-A00E-74F8CC60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BA19A50-4AFD-1E7E-417E-AEBEDD98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Деректер базасы (Database)</a:t>
            </a:r>
            <a:endParaRPr lang="en-US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34C7CA4-2023-0F43-116A-049679F9DEF7}"/>
              </a:ext>
            </a:extLst>
          </p:cNvPr>
          <p:cNvSpPr/>
          <p:nvPr/>
        </p:nvSpPr>
        <p:spPr>
          <a:xfrm>
            <a:off x="-403417" y="809696"/>
            <a:ext cx="8307430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base"/>
            <a:endParaRPr lang="en-US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fontAlgn="base"/>
            <a:endParaRPr lang="ru-RU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A650F-A544-940D-FB22-AFCFFD26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8677" y="1108047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Жобада</a:t>
            </a:r>
            <a:r>
              <a:rPr lang="en-US">
                <a:ea typeface="+mn-lt"/>
                <a:cs typeface="+mn-lt"/>
              </a:rPr>
              <a:t> Product </a:t>
            </a:r>
            <a:r>
              <a:rPr lang="en-US" err="1">
                <a:ea typeface="+mn-lt"/>
                <a:cs typeface="+mn-lt"/>
              </a:rPr>
              <a:t>моделі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жасалды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name – </a:t>
            </a:r>
            <a:r>
              <a:rPr lang="en-US" err="1">
                <a:ea typeface="+mn-lt"/>
                <a:cs typeface="+mn-lt"/>
              </a:rPr>
              <a:t>өнім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атауы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price – </a:t>
            </a:r>
            <a:r>
              <a:rPr lang="en-US" err="1">
                <a:ea typeface="+mn-lt"/>
                <a:cs typeface="+mn-lt"/>
              </a:rPr>
              <a:t>бағасы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description – </a:t>
            </a:r>
            <a:r>
              <a:rPr lang="en-US" err="1">
                <a:ea typeface="+mn-lt"/>
                <a:cs typeface="+mn-lt"/>
              </a:rPr>
              <a:t>сипаттамасы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Барлық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деректер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базаға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сақталады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0514C4-F5CC-70DD-B3AF-D7E896671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68" y="3675544"/>
            <a:ext cx="7357368" cy="31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4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F460F5-8D4A-1246-4659-D34B56BC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F2D6E85-05A7-CF47-5589-43311D03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Backend жұмысы (Django)</a:t>
            </a:r>
            <a:endParaRPr lang="en-US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668695B-1BB5-2B3B-6621-1F526086EDDC}"/>
              </a:ext>
            </a:extLst>
          </p:cNvPr>
          <p:cNvSpPr/>
          <p:nvPr/>
        </p:nvSpPr>
        <p:spPr>
          <a:xfrm>
            <a:off x="-321408" y="860951"/>
            <a:ext cx="8307430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base"/>
            <a:endParaRPr lang="en-US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fontAlgn="base"/>
            <a:endParaRPr lang="ru-RU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522A8-4908-2414-709B-75C8F5B8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" y="1159302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Backend 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>Мәліметтер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өңделеді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Базаға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жазылады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Сайтқа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жіберіледі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 ORM </a:t>
            </a:r>
            <a:r>
              <a:rPr lang="en-US" err="1">
                <a:ea typeface="+mn-lt"/>
                <a:cs typeface="+mn-lt"/>
              </a:rPr>
              <a:t>қолданылды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50B63-9AD1-1552-FB2F-9188334D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172" y="1156038"/>
            <a:ext cx="4884938" cy="50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7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/>
          <a:lstStyle/>
          <a:p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Жоба</a:t>
            </a:r>
            <a:r>
              <a:rPr lang="ru-RU">
                <a:solidFill>
                  <a:schemeClr val="bg1"/>
                </a:solidFill>
                <a:latin typeface="Arial"/>
                <a:ea typeface="+mj-lt"/>
                <a:cs typeface="Arial"/>
              </a:rPr>
              <a:t> </a:t>
            </a:r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тақыры</a:t>
            </a:r>
            <a:r>
              <a:rPr lang="ru-RU">
                <a:solidFill>
                  <a:schemeClr val="bg1"/>
                </a:solidFill>
                <a:latin typeface="Arial"/>
                <a:ea typeface="+mj-lt"/>
                <a:cs typeface="Arial"/>
              </a:rPr>
              <a:t> </a:t>
            </a:r>
            <a:r>
              <a:rPr lang="ru-RU" i="1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бойынша</a:t>
            </a:r>
            <a:r>
              <a:rPr lang="ru-RU" i="1">
                <a:solidFill>
                  <a:schemeClr val="bg1"/>
                </a:solidFill>
                <a:latin typeface="Arial"/>
                <a:ea typeface="+mj-lt"/>
                <a:cs typeface="Arial"/>
              </a:rPr>
              <a:t> </a:t>
            </a:r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шолу</a:t>
            </a:r>
            <a:endParaRPr lang="ru-RU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4355C9-3C82-8D5D-D919-A049A1AF6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3745421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Жобада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қолданылды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Python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 framework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HTML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Jinja </a:t>
            </a:r>
            <a:r>
              <a:rPr lang="en-US" err="1">
                <a:ea typeface="+mn-lt"/>
                <a:cs typeface="+mn-lt"/>
              </a:rPr>
              <a:t>шаблон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жүйесі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4CA7D-A1DC-32FC-22C2-4919B758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634" y="1165194"/>
            <a:ext cx="2040228" cy="56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2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Frontend (Jinja + HTML)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615A4A-E9B7-FDF0-BA18-5518B686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104314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Frontend </a:t>
            </a:r>
            <a:r>
              <a:rPr lang="en-US" err="1">
                <a:ea typeface="+mn-lt"/>
                <a:cs typeface="+mn-lt"/>
              </a:rPr>
              <a:t>бөлігі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HTML 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құрылды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Jinja 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динамикалық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болды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Тауарлар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сайтта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автоматты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түрде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шығады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C719F-904C-1A58-4F65-FED05A74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709" y="3134502"/>
            <a:ext cx="6258757" cy="371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5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B168-F02B-BACF-3A44-ECCAB3CC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CDBD7-2A2A-A4F4-E859-2F4D1304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UX/UI жақсарту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2FEFE-2082-CAC6-A011-E4D2CCFD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27" y="1256711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Жобада</a:t>
            </a:r>
            <a:r>
              <a:rPr lang="en-US">
                <a:ea typeface="+mn-lt"/>
                <a:cs typeface="+mn-lt"/>
              </a:rPr>
              <a:t> UX </a:t>
            </a:r>
            <a:r>
              <a:rPr lang="en-US" err="1">
                <a:ea typeface="+mn-lt"/>
                <a:cs typeface="+mn-lt"/>
              </a:rPr>
              <a:t>жақсарту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үшін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>Қарапайым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интерфейс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Навигация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меню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Dark / Light </a:t>
            </a:r>
            <a:r>
              <a:rPr lang="en-US" err="1">
                <a:ea typeface="+mn-lt"/>
                <a:cs typeface="+mn-lt"/>
              </a:rPr>
              <a:t>режим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03F9F-4E32-4E08-EDF9-5E462F29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532" y="1096452"/>
            <a:ext cx="2392558" cy="576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6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" y="1"/>
            <a:ext cx="7886700" cy="1249680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Жобаның артықшылықтары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CA244-4EB0-19F3-3594-9AAD8CD9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610" y="1140591"/>
            <a:ext cx="4073283" cy="208584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Қолдануға жеңіл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Жылдам жұмыс істейді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Кеңейтуге болады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Нағыз онлайн магазинге негіз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5DD1F-286F-0F65-3AE1-B71B32F8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2" y="3422063"/>
            <a:ext cx="7102137" cy="34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/>
          <a:lstStyle/>
          <a:p>
            <a:r>
              <a:rPr lang="ru-RU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Қортынды</a:t>
            </a:r>
            <a:r>
              <a:rPr lang="ru-RU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1CC5CC-6BF5-A414-B374-195EA508F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093217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EN Market – </a:t>
            </a:r>
            <a:r>
              <a:rPr lang="en-US" err="1">
                <a:ea typeface="+mn-lt"/>
                <a:cs typeface="+mn-lt"/>
              </a:rPr>
              <a:t>толық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веб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жоба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>Бұл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жоба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 </a:t>
            </a:r>
            <a:r>
              <a:rPr lang="en-US" err="1">
                <a:ea typeface="+mn-lt"/>
                <a:cs typeface="+mn-lt"/>
              </a:rPr>
              <a:t>үйрендік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База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жұмыс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жасадық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UX/UI </a:t>
            </a:r>
            <a:r>
              <a:rPr lang="en-US" err="1">
                <a:ea typeface="+mn-lt"/>
                <a:cs typeface="+mn-lt"/>
              </a:rPr>
              <a:t>түсіндік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7570739-ECEE-0A91-4463-240D969B6C1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6FC3E0-F38E-E23A-E202-4DDFE2EE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20" y="1199890"/>
            <a:ext cx="3312724" cy="53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58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BE975CD698949B2965909141480F1" ma:contentTypeVersion="7" ma:contentTypeDescription="Create a new document." ma:contentTypeScope="" ma:versionID="77961505ab99cb28e2c6e444e54b846e">
  <xsd:schema xmlns:xsd="http://www.w3.org/2001/XMLSchema" xmlns:xs="http://www.w3.org/2001/XMLSchema" xmlns:p="http://schemas.microsoft.com/office/2006/metadata/properties" xmlns:ns2="3b8e9cfc-981c-41b8-8493-5a478d258b10" targetNamespace="http://schemas.microsoft.com/office/2006/metadata/properties" ma:root="true" ma:fieldsID="f0524c1b8a7eb2a078cae538f1039810" ns2:_="">
    <xsd:import namespace="3b8e9cfc-981c-41b8-8493-5a478d258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e9cfc-981c-41b8-8493-5a478d258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03FDA-D595-4B7E-9A26-B7AE9FB65E5B}">
  <ds:schemaRefs>
    <ds:schemaRef ds:uri="3b8e9cfc-981c-41b8-8493-5a478d258b1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7DDB84B-519E-4A8E-B15E-7E817BC0CD17}">
  <ds:schemaRefs>
    <ds:schemaRef ds:uri="3b8e9cfc-981c-41b8-8493-5a478d258b1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7BDAB77-D3B7-431B-AF00-2AF7D187A7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Тема Office</vt:lpstr>
      <vt:lpstr>EN Market – Онлайн дүкен </vt:lpstr>
      <vt:lpstr>Жобаның мақсаты</vt:lpstr>
      <vt:lpstr>Жоба сипаттамасы </vt:lpstr>
      <vt:lpstr>Деректер базасы (Database)</vt:lpstr>
      <vt:lpstr>Backend жұмысы (Django)</vt:lpstr>
      <vt:lpstr>Жоба тақыры бойынша шолу</vt:lpstr>
      <vt:lpstr>Frontend (Jinja + HTML)</vt:lpstr>
      <vt:lpstr>UX/UI жақсарту</vt:lpstr>
      <vt:lpstr>Жобаның артықшылықтары</vt:lpstr>
      <vt:lpstr>Қортынды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Alisher Omar</dc:creator>
  <cp:revision>4</cp:revision>
  <dcterms:created xsi:type="dcterms:W3CDTF">2017-10-09T05:58:02Z</dcterms:created>
  <dcterms:modified xsi:type="dcterms:W3CDTF">2026-04-29T04:23:48Z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0x010100D3ABE975CD698949B2965909141480F1</vt:lpwstr>
  </property>
</Properties>
</file>